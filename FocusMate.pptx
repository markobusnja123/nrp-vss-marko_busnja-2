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12"/>
  </p:notesMasterIdLst>
  <p:sldIdLst>
    <p:sldId id="256" r:id="rId2"/>
    <p:sldId id="258" r:id="rId3"/>
    <p:sldId id="257" r:id="rId4"/>
    <p:sldId id="260" r:id="rId5"/>
    <p:sldId id="259" r:id="rId6"/>
    <p:sldId id="261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56DC19-F16D-4C69-B2F0-66F122BFAC2A}" type="doc">
      <dgm:prSet loTypeId="urn:microsoft.com/office/officeart/2008/layout/AlternatingHexagons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20E13B1-8DFB-428A-B71B-8F6280119D46}">
      <dgm:prSet/>
      <dgm:spPr/>
      <dgm:t>
        <a:bodyPr/>
        <a:lstStyle/>
        <a:p>
          <a:r>
            <a:rPr lang="sl-SI" dirty="0"/>
            <a:t>Analiza trga</a:t>
          </a:r>
          <a:endParaRPr lang="en-US" dirty="0"/>
        </a:p>
      </dgm:t>
    </dgm:pt>
    <dgm:pt modelId="{F4968651-816D-4508-A37A-5139C72B73EB}" type="parTrans" cxnId="{C5A1AAC3-EBF1-4013-856C-252BBFFAC966}">
      <dgm:prSet/>
      <dgm:spPr/>
      <dgm:t>
        <a:bodyPr/>
        <a:lstStyle/>
        <a:p>
          <a:endParaRPr lang="en-US"/>
        </a:p>
      </dgm:t>
    </dgm:pt>
    <dgm:pt modelId="{D025647D-B5F1-445C-AE64-3AE3BA97DA4B}" type="sibTrans" cxnId="{C5A1AAC3-EBF1-4013-856C-252BBFFAC966}">
      <dgm:prSet custT="1"/>
      <dgm:spPr/>
      <dgm:t>
        <a:bodyPr/>
        <a:lstStyle/>
        <a:p>
          <a:r>
            <a:rPr lang="sl-SI" sz="1600" dirty="0"/>
            <a:t>Ideja</a:t>
          </a:r>
          <a:endParaRPr lang="en-US" sz="1600" dirty="0"/>
        </a:p>
      </dgm:t>
    </dgm:pt>
    <dgm:pt modelId="{B2554707-9D4B-4474-96D7-169334A9014D}">
      <dgm:prSet/>
      <dgm:spPr/>
      <dgm:t>
        <a:bodyPr/>
        <a:lstStyle/>
        <a:p>
          <a:r>
            <a:rPr lang="sl-SI" dirty="0"/>
            <a:t>Analiza uporabnikov</a:t>
          </a:r>
          <a:endParaRPr lang="en-US" dirty="0"/>
        </a:p>
      </dgm:t>
    </dgm:pt>
    <dgm:pt modelId="{593EC31F-6AE9-45F2-AC08-CAE6F832CE1B}" type="parTrans" cxnId="{4131175A-090A-449A-A1BD-D1954067EABF}">
      <dgm:prSet/>
      <dgm:spPr/>
      <dgm:t>
        <a:bodyPr/>
        <a:lstStyle/>
        <a:p>
          <a:endParaRPr lang="en-US"/>
        </a:p>
      </dgm:t>
    </dgm:pt>
    <dgm:pt modelId="{D978FFCE-A9A9-4EFB-BE9F-BEC5D71A69C6}" type="sibTrans" cxnId="{4131175A-090A-449A-A1BD-D1954067EABF}">
      <dgm:prSet custT="1"/>
      <dgm:spPr/>
      <dgm:t>
        <a:bodyPr/>
        <a:lstStyle/>
        <a:p>
          <a:r>
            <a:rPr lang="sl-SI" sz="1600" dirty="0"/>
            <a:t>Izdelava</a:t>
          </a:r>
          <a:endParaRPr lang="en-US" sz="1600" dirty="0"/>
        </a:p>
      </dgm:t>
    </dgm:pt>
    <dgm:pt modelId="{1F059D13-8C40-4D48-8E4A-4A798603F2B5}" type="pres">
      <dgm:prSet presAssocID="{CF56DC19-F16D-4C69-B2F0-66F122BFAC2A}" presName="Name0" presStyleCnt="0">
        <dgm:presLayoutVars>
          <dgm:chMax/>
          <dgm:chPref/>
          <dgm:dir/>
          <dgm:animLvl val="lvl"/>
        </dgm:presLayoutVars>
      </dgm:prSet>
      <dgm:spPr/>
    </dgm:pt>
    <dgm:pt modelId="{6E5DAB22-61F4-4E1B-99A1-1598910F89DB}" type="pres">
      <dgm:prSet presAssocID="{E20E13B1-8DFB-428A-B71B-8F6280119D46}" presName="composite" presStyleCnt="0"/>
      <dgm:spPr/>
    </dgm:pt>
    <dgm:pt modelId="{F2EE3693-8941-4377-980B-7458B1A5DC8B}" type="pres">
      <dgm:prSet presAssocID="{E20E13B1-8DFB-428A-B71B-8F6280119D46}" presName="Parent1" presStyleLbl="node1" presStyleIdx="0" presStyleCnt="4" custLinFactNeighborX="1130" custLinFactNeighborY="-1047">
        <dgm:presLayoutVars>
          <dgm:chMax val="1"/>
          <dgm:chPref val="1"/>
          <dgm:bulletEnabled val="1"/>
        </dgm:presLayoutVars>
      </dgm:prSet>
      <dgm:spPr/>
    </dgm:pt>
    <dgm:pt modelId="{1AE067C8-41F7-49C0-89E8-2A54716315A5}" type="pres">
      <dgm:prSet presAssocID="{E20E13B1-8DFB-428A-B71B-8F6280119D46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56EB3989-B958-4122-996B-47A2A398755B}" type="pres">
      <dgm:prSet presAssocID="{E20E13B1-8DFB-428A-B71B-8F6280119D46}" presName="BalanceSpacing" presStyleCnt="0"/>
      <dgm:spPr/>
    </dgm:pt>
    <dgm:pt modelId="{782E302A-D498-4FE1-950D-CA351634B42D}" type="pres">
      <dgm:prSet presAssocID="{E20E13B1-8DFB-428A-B71B-8F6280119D46}" presName="BalanceSpacing1" presStyleCnt="0"/>
      <dgm:spPr/>
    </dgm:pt>
    <dgm:pt modelId="{AB4B626E-80D4-40EA-84F3-7BE8EDF1D8D4}" type="pres">
      <dgm:prSet presAssocID="{D025647D-B5F1-445C-AE64-3AE3BA97DA4B}" presName="Accent1Text" presStyleLbl="node1" presStyleIdx="1" presStyleCnt="4"/>
      <dgm:spPr/>
    </dgm:pt>
    <dgm:pt modelId="{69010657-9AB9-4024-858A-03E248F946B6}" type="pres">
      <dgm:prSet presAssocID="{D025647D-B5F1-445C-AE64-3AE3BA97DA4B}" presName="spaceBetweenRectangles" presStyleCnt="0"/>
      <dgm:spPr/>
    </dgm:pt>
    <dgm:pt modelId="{90B39E26-7755-4D55-A741-6F657C9D3B17}" type="pres">
      <dgm:prSet presAssocID="{B2554707-9D4B-4474-96D7-169334A9014D}" presName="composite" presStyleCnt="0"/>
      <dgm:spPr/>
    </dgm:pt>
    <dgm:pt modelId="{6A1FA8E9-0D9D-4BC2-AB63-7ED12E4540A5}" type="pres">
      <dgm:prSet presAssocID="{B2554707-9D4B-4474-96D7-169334A9014D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C26E86CE-8391-4C8A-8130-B00AE38965F4}" type="pres">
      <dgm:prSet presAssocID="{B2554707-9D4B-4474-96D7-169334A9014D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8A09DE74-61AD-4E3A-A199-F7394FB0C156}" type="pres">
      <dgm:prSet presAssocID="{B2554707-9D4B-4474-96D7-169334A9014D}" presName="BalanceSpacing" presStyleCnt="0"/>
      <dgm:spPr/>
    </dgm:pt>
    <dgm:pt modelId="{3E649AB2-F415-4EE1-8DD4-75D1CE8F8756}" type="pres">
      <dgm:prSet presAssocID="{B2554707-9D4B-4474-96D7-169334A9014D}" presName="BalanceSpacing1" presStyleCnt="0"/>
      <dgm:spPr/>
    </dgm:pt>
    <dgm:pt modelId="{C5FB3446-5D50-40E9-9170-EE3C0C96A2A7}" type="pres">
      <dgm:prSet presAssocID="{D978FFCE-A9A9-4EFB-BE9F-BEC5D71A69C6}" presName="Accent1Text" presStyleLbl="node1" presStyleIdx="3" presStyleCnt="4" custLinFactNeighborX="0" custLinFactNeighborY="52"/>
      <dgm:spPr/>
    </dgm:pt>
  </dgm:ptLst>
  <dgm:cxnLst>
    <dgm:cxn modelId="{78CEEE17-32B5-428B-8E8D-A3D5EF046EBF}" type="presOf" srcId="{CF56DC19-F16D-4C69-B2F0-66F122BFAC2A}" destId="{1F059D13-8C40-4D48-8E4A-4A798603F2B5}" srcOrd="0" destOrd="0" presId="urn:microsoft.com/office/officeart/2008/layout/AlternatingHexagons"/>
    <dgm:cxn modelId="{6817AA3D-8244-4236-A41B-744460D57CC9}" type="presOf" srcId="{E20E13B1-8DFB-428A-B71B-8F6280119D46}" destId="{F2EE3693-8941-4377-980B-7458B1A5DC8B}" srcOrd="0" destOrd="0" presId="urn:microsoft.com/office/officeart/2008/layout/AlternatingHexagons"/>
    <dgm:cxn modelId="{6EF9CA5C-5068-480E-9A13-2090A61BB7F4}" type="presOf" srcId="{D025647D-B5F1-445C-AE64-3AE3BA97DA4B}" destId="{AB4B626E-80D4-40EA-84F3-7BE8EDF1D8D4}" srcOrd="0" destOrd="0" presId="urn:microsoft.com/office/officeart/2008/layout/AlternatingHexagons"/>
    <dgm:cxn modelId="{4131175A-090A-449A-A1BD-D1954067EABF}" srcId="{CF56DC19-F16D-4C69-B2F0-66F122BFAC2A}" destId="{B2554707-9D4B-4474-96D7-169334A9014D}" srcOrd="1" destOrd="0" parTransId="{593EC31F-6AE9-45F2-AC08-CAE6F832CE1B}" sibTransId="{D978FFCE-A9A9-4EFB-BE9F-BEC5D71A69C6}"/>
    <dgm:cxn modelId="{5A66099E-20C6-4757-8B83-B444B776D8B8}" type="presOf" srcId="{B2554707-9D4B-4474-96D7-169334A9014D}" destId="{6A1FA8E9-0D9D-4BC2-AB63-7ED12E4540A5}" srcOrd="0" destOrd="0" presId="urn:microsoft.com/office/officeart/2008/layout/AlternatingHexagons"/>
    <dgm:cxn modelId="{512D46BD-EC3C-43DC-92C9-A173262D3E31}" type="presOf" srcId="{D978FFCE-A9A9-4EFB-BE9F-BEC5D71A69C6}" destId="{C5FB3446-5D50-40E9-9170-EE3C0C96A2A7}" srcOrd="0" destOrd="0" presId="urn:microsoft.com/office/officeart/2008/layout/AlternatingHexagons"/>
    <dgm:cxn modelId="{C5A1AAC3-EBF1-4013-856C-252BBFFAC966}" srcId="{CF56DC19-F16D-4C69-B2F0-66F122BFAC2A}" destId="{E20E13B1-8DFB-428A-B71B-8F6280119D46}" srcOrd="0" destOrd="0" parTransId="{F4968651-816D-4508-A37A-5139C72B73EB}" sibTransId="{D025647D-B5F1-445C-AE64-3AE3BA97DA4B}"/>
    <dgm:cxn modelId="{7ED3A066-E0BB-4F1E-B250-37889996AF33}" type="presParOf" srcId="{1F059D13-8C40-4D48-8E4A-4A798603F2B5}" destId="{6E5DAB22-61F4-4E1B-99A1-1598910F89DB}" srcOrd="0" destOrd="0" presId="urn:microsoft.com/office/officeart/2008/layout/AlternatingHexagons"/>
    <dgm:cxn modelId="{6ABD1BB2-72C7-4BE7-972C-FCDE80F8F9BD}" type="presParOf" srcId="{6E5DAB22-61F4-4E1B-99A1-1598910F89DB}" destId="{F2EE3693-8941-4377-980B-7458B1A5DC8B}" srcOrd="0" destOrd="0" presId="urn:microsoft.com/office/officeart/2008/layout/AlternatingHexagons"/>
    <dgm:cxn modelId="{8E9D6072-5128-4798-9004-52F979C772F4}" type="presParOf" srcId="{6E5DAB22-61F4-4E1B-99A1-1598910F89DB}" destId="{1AE067C8-41F7-49C0-89E8-2A54716315A5}" srcOrd="1" destOrd="0" presId="urn:microsoft.com/office/officeart/2008/layout/AlternatingHexagons"/>
    <dgm:cxn modelId="{EF9C2F87-C9B4-4DEC-8F74-22BA4A945FA2}" type="presParOf" srcId="{6E5DAB22-61F4-4E1B-99A1-1598910F89DB}" destId="{56EB3989-B958-4122-996B-47A2A398755B}" srcOrd="2" destOrd="0" presId="urn:microsoft.com/office/officeart/2008/layout/AlternatingHexagons"/>
    <dgm:cxn modelId="{F2DEA245-1DC2-432C-8CE9-554618E72194}" type="presParOf" srcId="{6E5DAB22-61F4-4E1B-99A1-1598910F89DB}" destId="{782E302A-D498-4FE1-950D-CA351634B42D}" srcOrd="3" destOrd="0" presId="urn:microsoft.com/office/officeart/2008/layout/AlternatingHexagons"/>
    <dgm:cxn modelId="{6ED9E166-7E1A-403B-B786-D3BC35D0ECDB}" type="presParOf" srcId="{6E5DAB22-61F4-4E1B-99A1-1598910F89DB}" destId="{AB4B626E-80D4-40EA-84F3-7BE8EDF1D8D4}" srcOrd="4" destOrd="0" presId="urn:microsoft.com/office/officeart/2008/layout/AlternatingHexagons"/>
    <dgm:cxn modelId="{1EC2D760-086A-4218-994E-5F1910F9A1C8}" type="presParOf" srcId="{1F059D13-8C40-4D48-8E4A-4A798603F2B5}" destId="{69010657-9AB9-4024-858A-03E248F946B6}" srcOrd="1" destOrd="0" presId="urn:microsoft.com/office/officeart/2008/layout/AlternatingHexagons"/>
    <dgm:cxn modelId="{658D807C-040B-4B67-9DE0-C0B419A35A9F}" type="presParOf" srcId="{1F059D13-8C40-4D48-8E4A-4A798603F2B5}" destId="{90B39E26-7755-4D55-A741-6F657C9D3B17}" srcOrd="2" destOrd="0" presId="urn:microsoft.com/office/officeart/2008/layout/AlternatingHexagons"/>
    <dgm:cxn modelId="{F472C2EF-61E0-4EE6-8EAA-55F59FFAF453}" type="presParOf" srcId="{90B39E26-7755-4D55-A741-6F657C9D3B17}" destId="{6A1FA8E9-0D9D-4BC2-AB63-7ED12E4540A5}" srcOrd="0" destOrd="0" presId="urn:microsoft.com/office/officeart/2008/layout/AlternatingHexagons"/>
    <dgm:cxn modelId="{4F93C5EF-6C4A-4DA1-B2CC-80A99969345D}" type="presParOf" srcId="{90B39E26-7755-4D55-A741-6F657C9D3B17}" destId="{C26E86CE-8391-4C8A-8130-B00AE38965F4}" srcOrd="1" destOrd="0" presId="urn:microsoft.com/office/officeart/2008/layout/AlternatingHexagons"/>
    <dgm:cxn modelId="{2388D2BD-E3D3-4F31-B58C-D3D99212D92B}" type="presParOf" srcId="{90B39E26-7755-4D55-A741-6F657C9D3B17}" destId="{8A09DE74-61AD-4E3A-A199-F7394FB0C156}" srcOrd="2" destOrd="0" presId="urn:microsoft.com/office/officeart/2008/layout/AlternatingHexagons"/>
    <dgm:cxn modelId="{5C40F0D2-8381-4AB7-B00D-1F992B305239}" type="presParOf" srcId="{90B39E26-7755-4D55-A741-6F657C9D3B17}" destId="{3E649AB2-F415-4EE1-8DD4-75D1CE8F8756}" srcOrd="3" destOrd="0" presId="urn:microsoft.com/office/officeart/2008/layout/AlternatingHexagons"/>
    <dgm:cxn modelId="{10E9D08A-C153-41C9-B74A-7C55BF8BECCE}" type="presParOf" srcId="{90B39E26-7755-4D55-A741-6F657C9D3B17}" destId="{C5FB3446-5D50-40E9-9170-EE3C0C96A2A7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E3693-8941-4377-980B-7458B1A5DC8B}">
      <dsp:nvSpPr>
        <dsp:cNvPr id="0" name=""/>
        <dsp:cNvSpPr/>
      </dsp:nvSpPr>
      <dsp:spPr>
        <a:xfrm rot="5400000">
          <a:off x="2908713" y="1141369"/>
          <a:ext cx="1898104" cy="1651350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1400" kern="1200" dirty="0"/>
            <a:t>Analiza trga</a:t>
          </a:r>
          <a:endParaRPr lang="en-US" sz="1400" kern="1200" dirty="0"/>
        </a:p>
      </dsp:txBody>
      <dsp:txXfrm rot="-5400000">
        <a:off x="3289425" y="1313780"/>
        <a:ext cx="1136680" cy="1306528"/>
      </dsp:txXfrm>
    </dsp:sp>
    <dsp:sp modelId="{1AE067C8-41F7-49C0-89E8-2A54716315A5}">
      <dsp:nvSpPr>
        <dsp:cNvPr id="0" name=""/>
        <dsp:cNvSpPr/>
      </dsp:nvSpPr>
      <dsp:spPr>
        <a:xfrm>
          <a:off x="4714890" y="1417486"/>
          <a:ext cx="2118284" cy="1138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4B626E-80D4-40EA-84F3-7BE8EDF1D8D4}">
      <dsp:nvSpPr>
        <dsp:cNvPr id="0" name=""/>
        <dsp:cNvSpPr/>
      </dsp:nvSpPr>
      <dsp:spPr>
        <a:xfrm rot="5400000">
          <a:off x="1106594" y="1161242"/>
          <a:ext cx="1898104" cy="165135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1600" kern="1200" dirty="0"/>
            <a:t>Ideja</a:t>
          </a:r>
          <a:endParaRPr lang="en-US" sz="1600" kern="1200" dirty="0"/>
        </a:p>
      </dsp:txBody>
      <dsp:txXfrm rot="-5400000">
        <a:off x="1487306" y="1333653"/>
        <a:ext cx="1136680" cy="1306528"/>
      </dsp:txXfrm>
    </dsp:sp>
    <dsp:sp modelId="{6A1FA8E9-0D9D-4BC2-AB63-7ED12E4540A5}">
      <dsp:nvSpPr>
        <dsp:cNvPr id="0" name=""/>
        <dsp:cNvSpPr/>
      </dsp:nvSpPr>
      <dsp:spPr>
        <a:xfrm rot="5400000">
          <a:off x="1994907" y="2772353"/>
          <a:ext cx="1898104" cy="1651350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1400" kern="1200" dirty="0"/>
            <a:t>Analiza uporabnikov</a:t>
          </a:r>
          <a:endParaRPr lang="en-US" sz="1400" kern="1200" dirty="0"/>
        </a:p>
      </dsp:txBody>
      <dsp:txXfrm rot="-5400000">
        <a:off x="2375619" y="2944764"/>
        <a:ext cx="1136680" cy="1306528"/>
      </dsp:txXfrm>
    </dsp:sp>
    <dsp:sp modelId="{C26E86CE-8391-4C8A-8130-B00AE38965F4}">
      <dsp:nvSpPr>
        <dsp:cNvPr id="0" name=""/>
        <dsp:cNvSpPr/>
      </dsp:nvSpPr>
      <dsp:spPr>
        <a:xfrm>
          <a:off x="0" y="3028597"/>
          <a:ext cx="2049952" cy="1138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FB3446-5D50-40E9-9170-EE3C0C96A2A7}">
      <dsp:nvSpPr>
        <dsp:cNvPr id="0" name=""/>
        <dsp:cNvSpPr/>
      </dsp:nvSpPr>
      <dsp:spPr>
        <a:xfrm rot="5400000">
          <a:off x="3778366" y="2773340"/>
          <a:ext cx="1898104" cy="1651350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1600" kern="1200" dirty="0"/>
            <a:t>Izdelava</a:t>
          </a:r>
          <a:endParaRPr lang="en-US" sz="1600" kern="1200" dirty="0"/>
        </a:p>
      </dsp:txBody>
      <dsp:txXfrm rot="-5400000">
        <a:off x="4159078" y="2945751"/>
        <a:ext cx="1136680" cy="1306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11B68-4A67-4220-ACC0-3A7AC1749725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FAB73-4F0E-494E-BE65-3DAA39FDD4E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27101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FAB73-4F0E-494E-BE65-3DAA39FDD4E5}" type="slidenum">
              <a:rPr lang="sl-SI" smtClean="0"/>
              <a:t>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52663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28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58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11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63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26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69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8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89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03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2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9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40FA88D0-E295-4CF3-934C-6423EACEB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3">
            <a:extLst>
              <a:ext uri="{FF2B5EF4-FFF2-40B4-BE49-F238E27FC236}">
                <a16:creationId xmlns:a16="http://schemas.microsoft.com/office/drawing/2014/main" id="{D216ACC9-CB4F-8A4B-38DB-F858E14E01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9623" r="-1" b="-1"/>
          <a:stretch>
            <a:fillRect/>
          </a:stretch>
        </p:blipFill>
        <p:spPr>
          <a:xfrm>
            <a:off x="3068" y="39427"/>
            <a:ext cx="12188932" cy="685799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1A702B19-0590-26E4-E7FB-B77A4CE3B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32032"/>
            <a:ext cx="6900839" cy="2736390"/>
          </a:xfrm>
        </p:spPr>
        <p:txBody>
          <a:bodyPr anchor="t">
            <a:normAutofit/>
          </a:bodyPr>
          <a:lstStyle/>
          <a:p>
            <a:r>
              <a:rPr lang="sl-SI" sz="8000" dirty="0" err="1">
                <a:solidFill>
                  <a:srgbClr val="FFFFFF"/>
                </a:solidFill>
              </a:rPr>
              <a:t>FocusMate</a:t>
            </a:r>
            <a:endParaRPr lang="sl-SI" sz="8000" dirty="0">
              <a:solidFill>
                <a:srgbClr val="FFFFFF"/>
              </a:solidFill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5494E77F-F102-0FEB-C63D-7AAEB498C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6565" y="4201721"/>
            <a:ext cx="4986084" cy="1949813"/>
          </a:xfrm>
        </p:spPr>
        <p:txBody>
          <a:bodyPr anchor="b">
            <a:normAutofit/>
          </a:bodyPr>
          <a:lstStyle/>
          <a:p>
            <a:pPr algn="r"/>
            <a:r>
              <a:rPr lang="sl-SI" dirty="0">
                <a:solidFill>
                  <a:srgbClr val="FFFFFF"/>
                </a:solidFill>
              </a:rPr>
              <a:t>Avtor: Marko </a:t>
            </a:r>
            <a:r>
              <a:rPr lang="sl-SI" dirty="0" err="1">
                <a:solidFill>
                  <a:srgbClr val="FFFFFF"/>
                </a:solidFill>
              </a:rPr>
              <a:t>Busnja</a:t>
            </a:r>
            <a:endParaRPr lang="sl-SI" dirty="0">
              <a:solidFill>
                <a:srgbClr val="FFFFFF"/>
              </a:solidFill>
            </a:endParaRPr>
          </a:p>
          <a:p>
            <a:pPr algn="r"/>
            <a:r>
              <a:rPr lang="sl-SI" dirty="0">
                <a:solidFill>
                  <a:srgbClr val="FFFFFF"/>
                </a:solidFill>
              </a:rPr>
              <a:t>Mentor: Rok Urbanc</a:t>
            </a:r>
          </a:p>
          <a:p>
            <a:pPr algn="r"/>
            <a:r>
              <a:rPr lang="sl-SI" dirty="0">
                <a:solidFill>
                  <a:srgbClr val="FFFFFF"/>
                </a:solidFill>
              </a:rPr>
              <a:t>Predmet: NRP</a:t>
            </a:r>
          </a:p>
        </p:txBody>
      </p:sp>
      <p:cxnSp>
        <p:nvCxnSpPr>
          <p:cNvPr id="26" name="Straight Connector 12">
            <a:extLst>
              <a:ext uri="{FF2B5EF4-FFF2-40B4-BE49-F238E27FC236}">
                <a16:creationId xmlns:a16="http://schemas.microsoft.com/office/drawing/2014/main" id="{8F4E56A8-93D5-4BE3-AE61-84677331A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492A0C-1773-477B-83B5-C707CB057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73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12EE356-A629-4F1A-9BAD-E21B3B10D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10" y="489853"/>
            <a:ext cx="3990149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35BD610-1691-2AA0-CB7E-623DA3494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55" y="976152"/>
            <a:ext cx="3555211" cy="5024920"/>
          </a:xfrm>
        </p:spPr>
        <p:txBody>
          <a:bodyPr anchor="ctr">
            <a:normAutofit/>
          </a:bodyPr>
          <a:lstStyle/>
          <a:p>
            <a:r>
              <a:rPr lang="sl-SI" dirty="0"/>
              <a:t>Začetek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17483B-E60B-4F41-9448-D757B9FCD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B44B66-1945-4638-8E9A-4F49493D7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Označba mesta vsebine 2">
            <a:extLst>
              <a:ext uri="{FF2B5EF4-FFF2-40B4-BE49-F238E27FC236}">
                <a16:creationId xmlns:a16="http://schemas.microsoft.com/office/drawing/2014/main" id="{3D454A8E-940E-6E49-6C91-5CD433A3F0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022312"/>
              </p:ext>
            </p:extLst>
          </p:nvPr>
        </p:nvGraphicFramePr>
        <p:xfrm>
          <a:off x="4796496" y="636527"/>
          <a:ext cx="6833175" cy="5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4552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7FE5201-BB98-480C-BADB-207C8F893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EDFD9BA-713B-CA4F-49CF-CD1160B35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07" y="696037"/>
            <a:ext cx="5481579" cy="20062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 err="1"/>
              <a:t>Aplikacija</a:t>
            </a:r>
            <a:endParaRPr lang="en-US" sz="4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89C6C02-EDA3-4D0B-9C4E-AAE0F2C7D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A030CB-D662-4E87-B668-9DE9163E9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40693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9F95852E-1379-2CA0-209B-DF2B846F5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868" y="3116022"/>
            <a:ext cx="4258529" cy="3076787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59657D71-0A74-59B1-1EA6-AB65F17CB5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9946" y="3116022"/>
            <a:ext cx="4303199" cy="3076787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660E41-71CE-4FFE-9511-E9964B38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263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7F10C26-14AD-9CFA-784B-513CC3AC9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60"/>
            <a:ext cx="5189964" cy="2237925"/>
          </a:xfrm>
        </p:spPr>
        <p:txBody>
          <a:bodyPr>
            <a:normAutofit/>
          </a:bodyPr>
          <a:lstStyle/>
          <a:p>
            <a:r>
              <a:rPr lang="sl-SI"/>
              <a:t>Delovanje</a:t>
            </a:r>
          </a:p>
        </p:txBody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6F9D4A57-BD34-46D7-A145-EA1AE704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8DC2044-841F-CE40-9967-FC622585A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408254"/>
            <a:ext cx="5189963" cy="2470031"/>
          </a:xfrm>
        </p:spPr>
        <p:txBody>
          <a:bodyPr>
            <a:normAutofit/>
          </a:bodyPr>
          <a:lstStyle/>
          <a:p>
            <a:r>
              <a:rPr lang="sl-SI" sz="2000"/>
              <a:t>-3 slojna arhitektura</a:t>
            </a:r>
          </a:p>
          <a:p>
            <a:r>
              <a:rPr lang="sl-SI" sz="2000"/>
              <a:t>-Iz main.py v tab.py v service.py (lazje nadgrajevati in urejati)</a:t>
            </a:r>
          </a:p>
          <a:p>
            <a:pPr marL="342900" indent="-342900">
              <a:buFontTx/>
              <a:buChar char="-"/>
            </a:pPr>
            <a:endParaRPr lang="sl-SI" sz="200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CE4B638B-94AF-13A9-07A7-6FDD3DCE7E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6070" y="654151"/>
            <a:ext cx="2437871" cy="5549692"/>
          </a:xfrm>
          <a:prstGeom prst="rect">
            <a:avLst/>
          </a:prstGeom>
        </p:spPr>
      </p:pic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8ADA513F-B70D-4972-B24A-65F26C0AE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50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11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13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15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29" name="Rectangle 17">
            <a:extLst>
              <a:ext uri="{FF2B5EF4-FFF2-40B4-BE49-F238E27FC236}">
                <a16:creationId xmlns:a16="http://schemas.microsoft.com/office/drawing/2014/main" id="{C7FE5201-BB98-480C-BADB-207C8F893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F73F722-5A5F-2F52-893A-468C8A74F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07" y="696037"/>
            <a:ext cx="5481579" cy="20062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Opombe</a:t>
            </a:r>
          </a:p>
        </p:txBody>
      </p:sp>
      <p:cxnSp>
        <p:nvCxnSpPr>
          <p:cNvPr id="30" name="Straight Connector 19">
            <a:extLst>
              <a:ext uri="{FF2B5EF4-FFF2-40B4-BE49-F238E27FC236}">
                <a16:creationId xmlns:a16="http://schemas.microsoft.com/office/drawing/2014/main" id="{F89C6C02-EDA3-4D0B-9C4E-AAE0F2C7D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21">
            <a:extLst>
              <a:ext uri="{FF2B5EF4-FFF2-40B4-BE49-F238E27FC236}">
                <a16:creationId xmlns:a16="http://schemas.microsoft.com/office/drawing/2014/main" id="{A7A030CB-D662-4E87-B668-9DE9163E9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40693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Slika 6">
            <a:extLst>
              <a:ext uri="{FF2B5EF4-FFF2-40B4-BE49-F238E27FC236}">
                <a16:creationId xmlns:a16="http://schemas.microsoft.com/office/drawing/2014/main" id="{1021C260-6D16-FACE-1E8C-D4D13E6759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94503" y="3116022"/>
            <a:ext cx="4229260" cy="3076787"/>
          </a:xfrm>
          <a:prstGeom prst="rect">
            <a:avLst/>
          </a:prstGeom>
        </p:spPr>
      </p:pic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7ADB4B18-BE67-3E20-E0A4-CF066975EC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8030" y="3116022"/>
            <a:ext cx="4427031" cy="3076787"/>
          </a:xfrm>
          <a:prstGeom prst="rect">
            <a:avLst/>
          </a:prstGeom>
        </p:spPr>
      </p:pic>
      <p:cxnSp>
        <p:nvCxnSpPr>
          <p:cNvPr id="32" name="Straight Connector 23">
            <a:extLst>
              <a:ext uri="{FF2B5EF4-FFF2-40B4-BE49-F238E27FC236}">
                <a16:creationId xmlns:a16="http://schemas.microsoft.com/office/drawing/2014/main" id="{06660E41-71CE-4FFE-9511-E9964B38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810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7FE5201-BB98-480C-BADB-207C8F893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78F21966-EA05-5CA4-1985-EC3F32C0A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07" y="696037"/>
            <a:ext cx="5810284" cy="20062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Naloge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9C6C02-EDA3-4D0B-9C4E-AAE0F2C7D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A030CB-D662-4E87-B668-9DE9163E9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40693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2D330F4F-7058-1291-74BC-AEBC3B349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1007" y="3349792"/>
            <a:ext cx="3611880" cy="2591524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A7A7CB8D-6D94-2C35-5AEF-8488E6A508E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399" y="3367852"/>
            <a:ext cx="3611880" cy="2555404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F778D389-0F65-5603-39ED-B09E2BE02A9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7791" y="3372367"/>
            <a:ext cx="3611880" cy="2546375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6660E41-71CE-4FFE-9511-E9964B38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036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7FE5201-BB98-480C-BADB-207C8F893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A88E4DB-9AAE-93AF-9B93-643C1DF72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07" y="696037"/>
            <a:ext cx="5810284" cy="20062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Fokus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9C6C02-EDA3-4D0B-9C4E-AAE0F2C7D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A030CB-D662-4E87-B668-9DE9163E9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40693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Slika 8">
            <a:extLst>
              <a:ext uri="{FF2B5EF4-FFF2-40B4-BE49-F238E27FC236}">
                <a16:creationId xmlns:a16="http://schemas.microsoft.com/office/drawing/2014/main" id="{FB7D29BD-C20A-2204-B641-518C2C6BDF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1007" y="3286585"/>
            <a:ext cx="3611880" cy="2717939"/>
          </a:xfrm>
          <a:prstGeom prst="rect">
            <a:avLst/>
          </a:prstGeom>
        </p:spPr>
      </p:pic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43E692B8-0AB6-89CA-54E8-9A5585CCF9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399" y="3336248"/>
            <a:ext cx="3611880" cy="2618613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4435BB3D-DADB-A201-6E74-0D78BB2D7A5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7791" y="3390426"/>
            <a:ext cx="3611880" cy="2510256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660E41-71CE-4FFE-9511-E9964B38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016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DA568B4-06BE-42A6-A5B6-A0FC251DA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CC85BFE-0D03-41B5-87E4-5FA667FA5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Označba mesta vsebine 8">
            <a:extLst>
              <a:ext uri="{FF2B5EF4-FFF2-40B4-BE49-F238E27FC236}">
                <a16:creationId xmlns:a16="http://schemas.microsoft.com/office/drawing/2014/main" id="{5901B99E-33FB-ECFD-3D0C-6CE24A8765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2145"/>
          <a:stretch>
            <a:fillRect/>
          </a:stretch>
        </p:blipFill>
        <p:spPr>
          <a:xfrm>
            <a:off x="20" y="10"/>
            <a:ext cx="12191980" cy="6857987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B2019E5-6C31-4640-A135-6BBA7FFCF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695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012228C-6578-4922-55E1-F5AC0A14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52"/>
            <a:ext cx="5613399" cy="1792549"/>
          </a:xfrm>
        </p:spPr>
        <p:txBody>
          <a:bodyPr anchor="ctr">
            <a:normAutofit/>
          </a:bodyPr>
          <a:lstStyle/>
          <a:p>
            <a:r>
              <a:rPr lang="sl-SI" dirty="0"/>
              <a:t>Nastavitve</a:t>
            </a:r>
            <a:endParaRPr lang="sl-SI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108BD3D-CFD0-4A15-ACF6-EBC254CD7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FF367DD5-B39F-CC97-E0B6-92150EB1E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4144" y="976158"/>
            <a:ext cx="5286168" cy="179255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05C5B1-BB24-4A5C-87B3-3B75CD259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40693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Slika 4">
            <a:extLst>
              <a:ext uri="{FF2B5EF4-FFF2-40B4-BE49-F238E27FC236}">
                <a16:creationId xmlns:a16="http://schemas.microsoft.com/office/drawing/2014/main" id="{682A0250-D2D2-1555-D153-B3D1FDD9D8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8341"/>
          <a:stretch>
            <a:fillRect/>
          </a:stretch>
        </p:blipFill>
        <p:spPr>
          <a:xfrm>
            <a:off x="481007" y="3212175"/>
            <a:ext cx="3611880" cy="2866759"/>
          </a:xfrm>
          <a:prstGeom prst="rect">
            <a:avLst/>
          </a:prstGeom>
        </p:spPr>
      </p:pic>
      <p:pic>
        <p:nvPicPr>
          <p:cNvPr id="7" name="Označba mesta vsebine 6">
            <a:extLst>
              <a:ext uri="{FF2B5EF4-FFF2-40B4-BE49-F238E27FC236}">
                <a16:creationId xmlns:a16="http://schemas.microsoft.com/office/drawing/2014/main" id="{0FAE94A5-7EAF-70C1-C0DE-9948F125A56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399" y="3376882"/>
            <a:ext cx="3611880" cy="2537345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CFDB4988-4E48-253C-8B16-9B4BA99A0AB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7791" y="3381397"/>
            <a:ext cx="3611880" cy="2528315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2019E5-6C31-4640-A135-6BBA7FFCF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171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3021287-DB2A-7299-CC2B-53F31598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Hvala za vašo pozornost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CB717D3-F795-201D-F178-82B34ADCB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76379030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sar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53</Words>
  <Application>Microsoft Office PowerPoint</Application>
  <PresentationFormat>Širokozaslonsko</PresentationFormat>
  <Paragraphs>19</Paragraphs>
  <Slides>10</Slides>
  <Notes>1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10</vt:i4>
      </vt:variant>
    </vt:vector>
  </HeadingPairs>
  <TitlesOfParts>
    <vt:vector size="14" baseType="lpstr">
      <vt:lpstr>Aptos</vt:lpstr>
      <vt:lpstr>Arial</vt:lpstr>
      <vt:lpstr>Seaford</vt:lpstr>
      <vt:lpstr>LevelVTI</vt:lpstr>
      <vt:lpstr>FocusMate</vt:lpstr>
      <vt:lpstr>Začetek</vt:lpstr>
      <vt:lpstr>Aplikacija</vt:lpstr>
      <vt:lpstr>Delovanje</vt:lpstr>
      <vt:lpstr>Opombe</vt:lpstr>
      <vt:lpstr>Naloge</vt:lpstr>
      <vt:lpstr>Fokus </vt:lpstr>
      <vt:lpstr>PowerPointova predstavitev</vt:lpstr>
      <vt:lpstr>Nastavitve</vt:lpstr>
      <vt:lpstr>Hvala za vašo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 Bušnja</dc:creator>
  <cp:lastModifiedBy>Marko Bušnja</cp:lastModifiedBy>
  <cp:revision>1</cp:revision>
  <dcterms:created xsi:type="dcterms:W3CDTF">2026-03-22T18:12:41Z</dcterms:created>
  <dcterms:modified xsi:type="dcterms:W3CDTF">2026-03-22T20:16:22Z</dcterms:modified>
</cp:coreProperties>
</file>